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Preliminary report: data understanding, data quality, preprocessing, first models, remaining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Q1 -&gt; clustering; Q2 -&gt; association rule mining. Scope agreed with teacher: no text mining, comments aggregated by counts; follower network summarised by degree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Lesson: documentation did not match the data in several places; every decision was checked against the data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User Engagement Archetypes and Cross-Platform Integration on FriendFeed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CF5"/>
                </a:solidFill>
                <a:latin typeface="Calibri"/>
              </a:rPr>
              <a:t>Preliminary report — Data Mining I (1DL360)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CF5"/>
                </a:solidFill>
                <a:latin typeface="Calibri"/>
              </a:rPr>
              <a:t>Elias Kassie · Ludvig Smit Sahlstrand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CF5"/>
                </a:solidFill>
                <a:latin typeface="Calibri"/>
              </a:rPr>
              <a:t>Data: FriendFeed v2, monitored 1 Aug – 30 Sep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What we want to find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Two questions, stated without data-mining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2024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33B"/>
                </a:solidFill>
                <a:latin typeface="Cambria"/>
              </a:rPr>
              <a:t>Who are FriendFeed's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Can we discover distinct types of users — e.g. automated broadcast accounts, influential conversationalists, low-activity users — from how they publish, interact and connect?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Why it matters: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Bot detection and moderation; feed curation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33B"/>
                </a:solidFill>
                <a:latin typeface="Cambria"/>
              </a:rPr>
              <a:t>Which services go together — and what sparks discussion?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Which external platforms (Twitter, blogs, Flickr, …) are adopted together, and which kinds of content trigger comment threads rather than just likes?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47548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Why it matters: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Which integrations to prioritise; content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The data: 7.5 GB of raw FriendFeed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Seven files, no headers, three different separators — loaded with DuckDB, stored as Parquet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12.45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328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posts (entries)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8288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3.75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5328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0.80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5328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likes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25.9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330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follow relationships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34290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651,870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1330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accounts (606,918 users)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1.21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133088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user–service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Study window: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1 Aug – 30 Sep 2010 (posts, comments, likes). Users, services and follows are snapshots from 15–16 Oct 2010.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Scope: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no text content is analysed — text replaced by its length and a has-link flag; follower network used only through in/out-degree.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Tools: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Python, DuckDB (SQL on the raw files), pandas, scikit-learn, mlxtend.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Data quality issues found — and how we handled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166360"/>
                <a:gridCol w="42976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19,970 duplicate rows (accounts listed 2–3×); 44,952 groups; missing description stored as text 'null'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Deduplicated by user_id; groups excluded; description → has_description flag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72 malformed lines ('|' inside account names, line breaks); 380,599 duplicate user–service rows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Skipped (0.005%); kept each user–service pair once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entries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GeoX/GeoY 100% empty; 13,282 posts dated before the window (incl. 1970-01-01)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Columns dropped; restricted to study window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9 columns, not 13 as in README; 130,995 before window; 217 orphans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Columns mapped from data; window; orphans not counted as 'received'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likes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822 duplicates; dates 2008 – Oct 2010; 17.4% orphans (98% of Oct likes)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Dedup (earliest ts); window → 540,332 likes, 0.1% orphans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subscriptions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Not in README; column order opposite to README; 1.95 M duplicate edges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Direction proven via famous accounts; duplicates removed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followingAugSept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Timestamps = crawl time (57% in week 1), 98% overlap with snapshot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Not used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From event-level records to one row per 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33B"/>
                </a:solidFill>
                <a:latin typeface="Cambria"/>
              </a:rPr>
              <a:t>Load &amp;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7830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Per-file parsing, types, duplicates, malformed lines → Parquet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99232" y="1828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42316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33B"/>
                </a:solidFill>
                <a:latin typeface="Cambria"/>
              </a:rPr>
              <a:t>Study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926080"/>
            <a:ext cx="17830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Keep 1 Aug – 30 Sep 2010 so every activity feature covers the same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66944" y="1828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42316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33B"/>
                </a:solidFill>
                <a:latin typeface="Cambria"/>
              </a:rPr>
              <a:t>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926080"/>
            <a:ext cx="17830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Individual users with ≥ 1 post in window: 201,335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1775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34655" y="1828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5" y="242316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33B"/>
                </a:solidFill>
                <a:latin typeface="Cambria"/>
              </a:rPr>
              <a:t>Aggregate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5" y="2926080"/>
            <a:ext cx="17830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15 features per user (counts, shares, degrees); no activity →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19488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02367" y="18288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242316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33B"/>
                </a:solidFill>
                <a:latin typeface="Cambria"/>
              </a:rPr>
              <a:t>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2926080"/>
            <a:ext cx="17830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log(1 + x) on counts, then z-score; Euclidean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1106424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Population choice: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203,824 individual users were active; 98.8% posted. Posting-style features are undefined without posts, so non-posters (2,489) are left out. Excluded: 9,930 groups and 48,695 active accounts missing from users.csv (type unknown — limitation).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Comments split: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half of all comments (1.81 M) are on the commenter's own post — so 'comments on others' (conversation) and 'comments received from others' are separate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The user feature table: 201,335 users × 15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572000"/>
                <a:gridCol w="155448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Captures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Posting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n_posts, n_sources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volume; number of channels used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Posting style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pct_native, pct_image, pct_video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ratio, 0–1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share typed on FriendFeed vs cross-posted; media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Conversation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n_comments_on_others, n_comments_on_own, n_comments_received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talking with others vs annotating own posts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Appreciation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n_likes_given, n_likes_received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lightweight interaction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n_followers (in-degree), n_following (out-degree)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influence; follow-spam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n_services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ratio (count)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external platforms linked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has_description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profile effort (22.4% of users)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5"/>
                </a:solidFill>
                <a:latin typeface="Calibri"/>
              </a:rPr>
              <a:t>Counts and shares come from posts, comments and likes in the study window; network and services from the October snapshots (≈ 2 weeks later — limitation).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Distributions are extremely skewed</a:t>
            </a:r>
          </a:p>
        </p:txBody>
      </p:sp>
      <p:pic>
        <p:nvPicPr>
          <p:cNvPr id="3" name="Picture 2" descr="01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803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74920"/>
            <a:ext cx="110642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Median user: 10 posts, 19 followers — but one account posted 166,965 times in two months (≈ 2,700 per day): automated.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Mean ≫ median for every count feature → raw Euclidean distances would be dominated by a handful of accounts.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log(1 + x) spreads the distributions out; it is applied to all counts before clustering.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Most users never interact</a:t>
            </a:r>
          </a:p>
        </p:txBody>
      </p:sp>
      <p:pic>
        <p:nvPicPr>
          <p:cNvPr id="3" name="Picture 2" descr="03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406640" cy="277749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83879" y="12801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4173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33B"/>
                </a:solidFill>
                <a:latin typeface="Cambria"/>
              </a:rPr>
              <a:t>Share of users with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96596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likes given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96596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94.7%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04872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comments on 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404872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93.8%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843784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comments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843784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93.6%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282696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likes received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3282696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92.2%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21608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comments on 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721608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83.6%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6052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following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416052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12.3%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99431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599431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642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81% of posting users only post — they never comment or like (163,218 users).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Interaction features are zero-inflated: a spike at 0 plus a long tail; many points lie beyond the whiskers (outliers).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Correlated interaction features; most posting is automated</a:t>
            </a:r>
          </a:p>
        </p:txBody>
      </p:sp>
      <p:pic>
        <p:nvPicPr>
          <p:cNvPr id="3" name="Picture 2" descr="0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165669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280160"/>
            <a:ext cx="493776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33B"/>
                </a:solidFill>
                <a:latin typeface="Calibri"/>
              </a:rPr>
              <a:t>Strongest correlations (Spearman):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comments on others ↔ likes given: 0.76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comments received ↔ likes received: 0.72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comments on others ↔ comments received: 0.67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followers ↔ following: 0.62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→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five interaction features measure much the same thing and get extra weight in k-means — to address (PCA / feature selection).</a:t>
            </a:r>
          </a:p>
        </p:txBody>
      </p:sp>
      <p:pic>
        <p:nvPicPr>
          <p:cNvPr id="5" name="Picture 4" descr="02_share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343400"/>
            <a:ext cx="4937760" cy="1440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585216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Median pct_native = 0: the typical user publishes only through external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First model (Q1): k-means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13 features (log counts + shares), z-scored, Euclidean distance; k = 2…8, 10 restarts each</a:t>
            </a:r>
          </a:p>
        </p:txBody>
      </p:sp>
      <p:pic>
        <p:nvPicPr>
          <p:cNvPr id="4" name="Picture 3" descr="05_choose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24323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38160" y="1554480"/>
          <a:ext cx="25603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554480"/>
              </a:tblGrid>
              <a:tr h="2834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1106424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k = 2 has the highest silhouette, but it only separates the small interactive group from everyone else — not informative.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No clear elbow in the SSE curve; silhouette is modest (0.2–0.27) for k ≥ 3 → cluster boundaries are soft.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k = 4 chosen as a preliminary, interpretable solution; silhouette computed on a 10,000-user sample (full computation is O(n²)).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Four preliminary user archetypes (k = 4)</a:t>
            </a:r>
          </a:p>
        </p:txBody>
      </p:sp>
      <p:pic>
        <p:nvPicPr>
          <p:cNvPr id="3" name="Picture 2" descr="06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469775" cy="42976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234440"/>
          <a:ext cx="5806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31520"/>
                <a:gridCol w="548640"/>
                <a:gridCol w="640080"/>
                <a:gridCol w="685800"/>
                <a:gridCol w="731520"/>
                <a:gridCol w="5029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Cluster (medians)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Talk*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 · Native casual users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13,530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 · Cross-posting broadcasters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68,933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 · Conversationalists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5,303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 · Low-activity automated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113,569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3657600"/>
            <a:ext cx="5806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55"/>
                </a:solidFill>
                <a:latin typeface="Calibri"/>
              </a:rPr>
              <a:t>* Talk = comments written on other people's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4160520"/>
            <a:ext cx="580644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Conversation is concentrated in 2.6% of users (cluster 2).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Two automated groups differ in reach: many services and followers (1) vs low activity (3).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In the PCA plot (52% of variance) cluster 2 separates clearly; clusters 0, 1 and 3 overlap — to verify with other methods.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B"/>
                </a:solidFill>
                <a:latin typeface="Cambria"/>
              </a:rPr>
              <a:t>First model (Q2): association rules on linked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5"/>
                </a:solidFill>
                <a:latin typeface="Calibri"/>
              </a:rPr>
              <a:t>One basket per user = set of linked services · Apriori, minsup 5%, minconf 0.5, lift &gt;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A78D6"/>
                </a:solidFill>
                <a:latin typeface="Cambria"/>
              </a:rPr>
              <a:t>305,991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users with ≥ 1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91640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A78D6"/>
                </a:solidFill>
                <a:latin typeface="Cambria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28600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link only 1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691640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A78D6"/>
                </a:solidFill>
                <a:latin typeface="Cambria"/>
              </a:rPr>
              <a:t>80.5%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28600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link Twitter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691640"/>
            <a:ext cx="2286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A78D6"/>
                </a:solidFill>
                <a:latin typeface="Cambria"/>
              </a:rPr>
              <a:t>721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28600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rules (348 frequent itemsets)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063240"/>
          <a:ext cx="6766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05840"/>
                <a:gridCol w="1188720"/>
                <a:gridCol w="9144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73152" marR="73152" marT="27432" marB="27432">
                    <a:solidFill>
                      <a:srgbClr val="14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{digg, delicious} → {stumbleupon}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3.26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{delicious, stumbleupon} → {digg}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3.18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{flickr, stumbleupon} → {digg}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2.94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{digg, facebook} → {twitter}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0.067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589520" y="3063240"/>
            <a:ext cx="41148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Social-bookmarking bundle: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users of two of Digg / Delicious / StumbleUpon are ≈ 3× more likely than average to use the third.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Twitter trap: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rules into Twitter reach 93% confidence but lift ≈ 1.09 — Twitter is linked by ~85% of these users anyway, so the rule says almost nothing. Rules are ranked by lift.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67665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5"/>
                </a:solidFill>
                <a:latin typeface="Calibri"/>
              </a:rPr>
              <a:t>Single-service users (35%) cannot form rules and were excluded from mining (198,824 baskets).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Remaining tasks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512064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Clustering (Q1)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31089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Tune k properly (elbow, silhouette, stability across seeds)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Handle correlated interaction features (PCA or feature selection)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Compare with hierarchical clustering (sample) and DBSCAN; Rand index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Outlier/bot detection with LOF / Isolation Forest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Validate archetypes, e.g. a suspected-bot flag vs clusters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325880"/>
            <a:ext cx="3520440" cy="512064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150876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Association rules (Q2)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103120"/>
            <a:ext cx="31089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Justify minsup with absolute counts; rare-item issue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Closed and maximal frequent itemsets; compare FP-Growth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Q2b: post-level baskets (image / video / source / author cluster) → rules with 'discussion' vs 'likes only'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Check rule stability: August vs September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325880"/>
            <a:ext cx="3520440" cy="5120640"/>
          </a:xfrm>
          <a:prstGeom prst="roundRect">
            <a:avLst>
              <a:gd name="adj" fmla="val 6000"/>
            </a:avLst>
          </a:prstGeom>
          <a:solidFill>
            <a:srgbClr val="22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50876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103120"/>
            <a:ext cx="31089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Interpret results w.r.t. the questions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Limitations (snapshot timing, missing accounts)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9DCF5"/>
                </a:solidFill>
                <a:latin typeface="Calibri"/>
              </a:rPr>
              <a:t>• Split parts for the individual oral exam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